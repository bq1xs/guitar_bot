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15171A"/>
    <a:srgbClr val="595758"/>
    <a:srgbClr val="121315"/>
    <a:srgbClr val="161719"/>
    <a:srgbClr val="131517"/>
    <a:srgbClr val="131416"/>
    <a:srgbClr val="161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0" autoAdjust="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484C8-9648-489B-AC96-F07D1AE6E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8B90FD-D3F0-4BF4-935D-24DD66742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253F85-94A2-4E32-B7C8-BFDE6AE5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36019C-8C82-48D3-9F62-FA26901E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C7738-F117-4842-8678-4767DF11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55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735FB1-289B-46B3-A61D-5C4DE65C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53C920-7126-4E62-B563-1A65D6386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8A089F-21EE-4CC2-92C2-8BB71F47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944DF7-BAD9-43B8-B603-4E55181CF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C04716-7364-4FBA-85C8-16D79879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796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B8A41-D385-4507-8994-A7EC5556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387313-66F6-44CD-988D-3E3EAE4C2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14E50E-2FA9-46F4-91C0-5A1208EA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B22F07-787A-4581-9F3E-31B6058D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B094D6-A0AB-45C4-BDD6-BFFE4EA3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26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09DB0-345E-4382-9D45-39C63E80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667909-FBEE-4155-B1A7-6E569DDB5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E26806-20D2-4575-8DF5-FA14AD07A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9DD624-1DAA-4206-BCE2-24A63284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74B28E-B060-4C82-88FF-95023484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6721C8-A37A-4B0E-9515-BF741DD7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79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8BEF7-8532-408C-A202-334A3646B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7AD23D-4C65-4972-A59F-8F8AD68BE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46053D-E622-4CE8-A125-5FE50F135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06380B-4E6F-43CB-816C-F52B74B49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6F01F00-2651-4B16-9DA8-C4C16212B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9772291-6AE1-45F5-A342-85BF5B6A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50C240-8E61-424D-9313-0EC5677E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EA7F72-A5FD-4C55-A3E5-C7322351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839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F04C4-22DE-4AB6-BC93-7E1AA02D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161D38-0956-4D2A-974B-4A08A920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75AA22-45C0-4597-A7CB-89AC986A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3972B0-C5A0-4AB8-8888-7A50614A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621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5802A5-8E95-49B5-8337-A2ADD89C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C5E56C9-0009-4242-B5F2-98EC44F1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E3B628-7531-4B11-87CC-17FFBD68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36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3B91A-78E4-48FC-9C27-D9796759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A363FA-0FF3-48B7-A161-8C5F4D402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76EEAC-FA0A-4CBC-848D-9B2CED953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358718-7428-4453-9372-B56B67CC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54D03B-FC7A-42BB-B6FF-E5E7188CD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2DBEFF-E6D1-4F2F-973E-44B594BE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81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E43A5-8253-45D6-A44D-0C5EF0CD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35E20A-922D-42D9-B2AD-53835578D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01DA2C-92A4-4A0D-AA36-B4ADF6436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FEA52F-52BD-4A04-8644-2C189226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6E7462-468E-45CD-88F8-A7C46BC9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D2F9F4-37E6-4647-B589-C8AAEAA43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78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2C992-B3B8-4FA4-9C74-0DDDF404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3FC419-198C-488B-A9F1-73FCE44BE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D06B12-F769-4A69-B73D-CE4CF5A7C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437F34-D7A5-41AE-886D-F4E7E937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5E96FD-4A7E-4E71-915F-D48B25BB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984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571F5D-9364-40C5-A181-8E79D4E52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EB0469-8D3B-442C-8925-194269FCB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78EF91-AE7F-4ED2-8557-E5F8FFA8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6B069-6E4E-4958-A0C9-93674089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31FAAC-9FD9-45DD-924A-AF78BCCB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3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rgbClr val="121315"/>
            </a:gs>
            <a:gs pos="72000">
              <a:srgbClr val="16171B"/>
            </a:gs>
            <a:gs pos="83000">
              <a:srgbClr val="16171B"/>
            </a:gs>
            <a:gs pos="37000">
              <a:srgbClr val="131517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1C53C3-1122-4E5D-9D22-C0F7AE80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CB74D8-12E1-45D1-B7CC-A72EC1A7F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6062C6-0822-483D-AC54-F83BE0CA3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C5CD5-E1CF-4C13-A140-34F9CB945F8A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AB1C28-C88F-4CF1-BB7A-7B449D20E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66A4A3-D26E-4F36-8F5E-6C7D645EA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0C94C-077B-4FC4-AA79-457901E8B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22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4CECF5-B1AC-4074-B7F3-1161AB574F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14" t="7102" r="34656" b="7352"/>
          <a:stretch/>
        </p:blipFill>
        <p:spPr>
          <a:xfrm>
            <a:off x="7918456" y="113097"/>
            <a:ext cx="3176337" cy="66318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D1D217-11CD-4E6F-96B9-A6AAEA2DA416}"/>
              </a:ext>
            </a:extLst>
          </p:cNvPr>
          <p:cNvSpPr txBox="1"/>
          <p:nvPr/>
        </p:nvSpPr>
        <p:spPr>
          <a:xfrm>
            <a:off x="1097207" y="653578"/>
            <a:ext cx="5630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Телеграмм бот для поиска аккордов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91B6A-07C8-46C9-882F-3C3CE631B3E6}"/>
              </a:ext>
            </a:extLst>
          </p:cNvPr>
          <p:cNvSpPr txBox="1"/>
          <p:nvPr/>
        </p:nvSpPr>
        <p:spPr>
          <a:xfrm>
            <a:off x="1012294" y="3429000"/>
            <a:ext cx="55152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Написан на Python с использованием библиотеки aiogram. Работает через парсинг сайта AmDm.</a:t>
            </a:r>
          </a:p>
        </p:txBody>
      </p:sp>
    </p:spTree>
    <p:extLst>
      <p:ext uri="{BB962C8B-B14F-4D97-AF65-F5344CB8AC3E}">
        <p14:creationId xmlns:p14="http://schemas.microsoft.com/office/powerpoint/2010/main" val="264474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523F54B-CE47-41FB-B6DA-781ADECBEE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14" t="7102" r="34656" b="7352"/>
          <a:stretch/>
        </p:blipFill>
        <p:spPr>
          <a:xfrm>
            <a:off x="510977" y="113097"/>
            <a:ext cx="3176337" cy="6631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D7C88E-D002-4D24-B72D-521A70D82029}"/>
              </a:ext>
            </a:extLst>
          </p:cNvPr>
          <p:cNvSpPr txBox="1"/>
          <p:nvPr/>
        </p:nvSpPr>
        <p:spPr>
          <a:xfrm>
            <a:off x="5184396" y="419450"/>
            <a:ext cx="615751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Цель моего проекта : </a:t>
            </a:r>
          </a:p>
          <a:p>
            <a:r>
              <a:rPr lang="ru-RU" sz="2800" b="0" i="1" dirty="0">
                <a:solidFill>
                  <a:srgbClr val="AAAAAA"/>
                </a:solidFill>
                <a:effectLst/>
                <a:latin typeface="quote-cjk-patch"/>
              </a:rPr>
              <a:t>Создать удобный инструмент для гитаристов, который позволяет находить аккорды к песням без необходимости вручную искать их в интернете, а также сохранять понравившиеся песни в личное избранное. Бот должен быть простым и доступным для всех в использовании.</a:t>
            </a:r>
            <a:endParaRPr lang="ru-RU" sz="2800" dirty="0">
              <a:solidFill>
                <a:srgbClr val="AAAAAA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5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A6B2F0-ED84-4AF5-AFE8-1EBFB781AE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5" t="2807" r="25895" b="24632"/>
          <a:stretch/>
        </p:blipFill>
        <p:spPr>
          <a:xfrm>
            <a:off x="291964" y="240633"/>
            <a:ext cx="5242562" cy="59179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5BACAE-4ACC-4726-8962-46F8BFB3D3F3}"/>
              </a:ext>
            </a:extLst>
          </p:cNvPr>
          <p:cNvSpPr txBox="1"/>
          <p:nvPr/>
        </p:nvSpPr>
        <p:spPr>
          <a:xfrm>
            <a:off x="5601903" y="247485"/>
            <a:ext cx="6352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Как устроен бот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098ED-B99B-440A-AA09-FFA31595FA5D}"/>
              </a:ext>
            </a:extLst>
          </p:cNvPr>
          <p:cNvSpPr txBox="1"/>
          <p:nvPr/>
        </p:nvSpPr>
        <p:spPr>
          <a:xfrm>
            <a:off x="5601903" y="1306762"/>
            <a:ext cx="45623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Пользователь → </a:t>
            </a:r>
            <a:r>
              <a:rPr lang="en-US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Telegram → </a:t>
            </a:r>
            <a:r>
              <a:rPr lang="ru-RU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Бот → </a:t>
            </a:r>
            <a:r>
              <a:rPr lang="en-US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AmDm.ru → </a:t>
            </a:r>
            <a:r>
              <a:rPr lang="ru-RU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Аккорды → Избранное (</a:t>
            </a:r>
            <a:r>
              <a:rPr lang="en-US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JSON)</a:t>
            </a:r>
            <a:r>
              <a:rPr lang="ru-RU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.</a:t>
            </a:r>
            <a:endParaRPr lang="en-US" sz="2400" dirty="0">
              <a:solidFill>
                <a:srgbClr val="AAAAAA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r>
              <a:rPr lang="ru-RU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Бот парсит сайт </a:t>
            </a:r>
            <a:r>
              <a:rPr lang="en-US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AmDm.ru, </a:t>
            </a:r>
            <a:r>
              <a:rPr lang="ru-RU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извлекает аккорды, чистит от </a:t>
            </a:r>
            <a:r>
              <a:rPr lang="en-US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HTML-</a:t>
            </a:r>
            <a:r>
              <a:rPr lang="ru-RU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тегов и отправляет в красивом оформлении с гифкой. Избранное сохраняется локально в </a:t>
            </a:r>
            <a:r>
              <a:rPr lang="en-US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JSON-</a:t>
            </a:r>
            <a:r>
              <a:rPr lang="ru-RU" sz="24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файл.</a:t>
            </a:r>
          </a:p>
        </p:txBody>
      </p:sp>
    </p:spTree>
    <p:extLst>
      <p:ext uri="{BB962C8B-B14F-4D97-AF65-F5344CB8AC3E}">
        <p14:creationId xmlns:p14="http://schemas.microsoft.com/office/powerpoint/2010/main" val="1924522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BD9BE26-89BD-46A2-A304-8E9F040E4C0D}"/>
              </a:ext>
            </a:extLst>
          </p:cNvPr>
          <p:cNvSpPr/>
          <p:nvPr/>
        </p:nvSpPr>
        <p:spPr>
          <a:xfrm>
            <a:off x="2827090" y="285226"/>
            <a:ext cx="5981350" cy="6627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ПОЛЬЗОВАТЕЛЬ</a:t>
            </a:r>
            <a:endParaRPr lang="en-US" dirty="0"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пишет название песни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AF7E24-B0C2-4B57-97A9-F9A304F9F41F}"/>
              </a:ext>
            </a:extLst>
          </p:cNvPr>
          <p:cNvSpPr/>
          <p:nvPr/>
        </p:nvSpPr>
        <p:spPr>
          <a:xfrm>
            <a:off x="2827089" y="2146184"/>
            <a:ext cx="5981348" cy="6627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БОТ</a:t>
            </a:r>
          </a:p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обрабатывает сообщения, запускает команды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549919-39AF-4625-B8AD-2DF74ADC42E0}"/>
              </a:ext>
            </a:extLst>
          </p:cNvPr>
          <p:cNvSpPr/>
          <p:nvPr/>
        </p:nvSpPr>
        <p:spPr>
          <a:xfrm>
            <a:off x="2827089" y="1215705"/>
            <a:ext cx="5981349" cy="6627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iome Light" panose="020B0303030204020804" pitchFamily="34" charset="0"/>
                <a:cs typeface="Biome Light" panose="020B0303030204020804" pitchFamily="34" charset="0"/>
              </a:rPr>
              <a:t>TELEGRAM API</a:t>
            </a:r>
            <a:endParaRPr lang="ru-RU" dirty="0"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принимает сообщение, отправляет ответ</a:t>
            </a:r>
            <a:r>
              <a:rPr lang="en-US" dirty="0"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  <a:endParaRPr lang="ru-RU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DC5E183-DADD-4454-944A-52FC537B0B4D}"/>
              </a:ext>
            </a:extLst>
          </p:cNvPr>
          <p:cNvSpPr/>
          <p:nvPr/>
        </p:nvSpPr>
        <p:spPr>
          <a:xfrm>
            <a:off x="1983995" y="3076663"/>
            <a:ext cx="2055303" cy="22132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ПАРСЕР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ищет песню через </a:t>
            </a:r>
            <a:r>
              <a:rPr lang="en-US" dirty="0">
                <a:latin typeface="Biome Light" panose="020B0303030204020804" pitchFamily="34" charset="0"/>
                <a:cs typeface="Biome Light" panose="020B0303030204020804" pitchFamily="34" charset="0"/>
              </a:rPr>
              <a:t>POST </a:t>
            </a:r>
            <a:endParaRPr lang="ru-RU" dirty="0"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скачивает </a:t>
            </a:r>
            <a:r>
              <a:rPr lang="en-US" dirty="0">
                <a:latin typeface="Biome Light" panose="020B0303030204020804" pitchFamily="34" charset="0"/>
                <a:cs typeface="Biome Light" panose="020B0303030204020804" pitchFamily="34" charset="0"/>
              </a:rPr>
              <a:t>HTML </a:t>
            </a: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код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извлекает аккорды</a:t>
            </a:r>
            <a:endParaRPr lang="en-US" dirty="0"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EB50EEC-4945-46A6-BCCE-40D11B7BD7BD}"/>
              </a:ext>
            </a:extLst>
          </p:cNvPr>
          <p:cNvSpPr/>
          <p:nvPr/>
        </p:nvSpPr>
        <p:spPr>
          <a:xfrm>
            <a:off x="2827088" y="5557707"/>
            <a:ext cx="5981348" cy="6627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САЙТ </a:t>
            </a:r>
            <a:r>
              <a:rPr lang="en-US" dirty="0">
                <a:latin typeface="Biome Light" panose="020B0303030204020804" pitchFamily="34" charset="0"/>
                <a:cs typeface="Biome Light" panose="020B0303030204020804" pitchFamily="34" charset="0"/>
              </a:rPr>
              <a:t>AMDM</a:t>
            </a:r>
          </a:p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возвращает аккорды в </a:t>
            </a:r>
            <a:r>
              <a:rPr lang="en-US" dirty="0">
                <a:latin typeface="Biome Light" panose="020B0303030204020804" pitchFamily="34" charset="0"/>
                <a:cs typeface="Biome Light" panose="020B0303030204020804" pitchFamily="34" charset="0"/>
              </a:rPr>
              <a:t>HTML</a:t>
            </a:r>
            <a:endParaRPr lang="ru-RU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5769630-809D-4A4D-8740-47832A466F74}"/>
              </a:ext>
            </a:extLst>
          </p:cNvPr>
          <p:cNvSpPr/>
          <p:nvPr/>
        </p:nvSpPr>
        <p:spPr>
          <a:xfrm>
            <a:off x="4774732" y="3076661"/>
            <a:ext cx="2055303" cy="22132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ИЗБРАННОЕ</a:t>
            </a:r>
            <a:endParaRPr lang="en-US" dirty="0"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сохраняет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удаляет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получает список</a:t>
            </a:r>
            <a:endParaRPr lang="en-US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834502-68EB-4403-B6ED-2EF41B5F7565}"/>
              </a:ext>
            </a:extLst>
          </p:cNvPr>
          <p:cNvSpPr/>
          <p:nvPr/>
        </p:nvSpPr>
        <p:spPr>
          <a:xfrm>
            <a:off x="7565470" y="3076662"/>
            <a:ext cx="2055303" cy="22132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КАРТИНКИ </a:t>
            </a:r>
          </a:p>
          <a:p>
            <a:pPr algn="ctr"/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(</a:t>
            </a:r>
            <a:r>
              <a:rPr lang="en-US" dirty="0">
                <a:latin typeface="Biome Light" panose="020B0303030204020804" pitchFamily="34" charset="0"/>
                <a:cs typeface="Biome Light" panose="020B0303030204020804" pitchFamily="34" charset="0"/>
              </a:rPr>
              <a:t>chord)</a:t>
            </a:r>
            <a:endParaRPr lang="ru-RU" dirty="0"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читает папку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отправляет картинку если есть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iome Light" panose="020B0303030204020804" pitchFamily="34" charset="0"/>
                <a:cs typeface="Biome Light" panose="020B0303030204020804" pitchFamily="34" charset="0"/>
              </a:rPr>
              <a:t>пишет, если картинки нет</a:t>
            </a:r>
            <a:endParaRPr lang="en-US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9" name="Стрелка: вниз 8">
            <a:extLst>
              <a:ext uri="{FF2B5EF4-FFF2-40B4-BE49-F238E27FC236}">
                <a16:creationId xmlns:a16="http://schemas.microsoft.com/office/drawing/2014/main" id="{AB46905C-C496-4073-A901-BBAFC311910E}"/>
              </a:ext>
            </a:extLst>
          </p:cNvPr>
          <p:cNvSpPr/>
          <p:nvPr/>
        </p:nvSpPr>
        <p:spPr>
          <a:xfrm>
            <a:off x="5681709" y="947956"/>
            <a:ext cx="133165" cy="26774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9CA8ED44-D8BF-4A86-B379-BF1110F3377F}"/>
              </a:ext>
            </a:extLst>
          </p:cNvPr>
          <p:cNvSpPr/>
          <p:nvPr/>
        </p:nvSpPr>
        <p:spPr>
          <a:xfrm>
            <a:off x="5700944" y="1878435"/>
            <a:ext cx="133165" cy="26774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850B413E-3A5B-48C3-AD1B-FC8D588618DA}"/>
              </a:ext>
            </a:extLst>
          </p:cNvPr>
          <p:cNvSpPr/>
          <p:nvPr/>
        </p:nvSpPr>
        <p:spPr>
          <a:xfrm>
            <a:off x="5678750" y="2809919"/>
            <a:ext cx="133165" cy="26774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7B900468-E7FE-4D1E-939C-579155141F4E}"/>
              </a:ext>
            </a:extLst>
          </p:cNvPr>
          <p:cNvSpPr/>
          <p:nvPr/>
        </p:nvSpPr>
        <p:spPr>
          <a:xfrm>
            <a:off x="8675271" y="2810560"/>
            <a:ext cx="133165" cy="26774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0432CE6E-3EC5-48C5-B733-85E70466B156}"/>
              </a:ext>
            </a:extLst>
          </p:cNvPr>
          <p:cNvSpPr/>
          <p:nvPr/>
        </p:nvSpPr>
        <p:spPr>
          <a:xfrm>
            <a:off x="3011646" y="5289956"/>
            <a:ext cx="133165" cy="26774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19F264B7-EB26-4357-955A-869E2DE4E370}"/>
              </a:ext>
            </a:extLst>
          </p:cNvPr>
          <p:cNvSpPr/>
          <p:nvPr/>
        </p:nvSpPr>
        <p:spPr>
          <a:xfrm>
            <a:off x="2827088" y="2808914"/>
            <a:ext cx="133165" cy="26774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14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AC8BEE-70D6-4A2D-954A-BB640A95C6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1" t="11087" r="12667" b="7508"/>
          <a:stretch/>
        </p:blipFill>
        <p:spPr>
          <a:xfrm>
            <a:off x="51916" y="1447303"/>
            <a:ext cx="5405608" cy="4294866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907475C-8D85-416B-93F8-7E8A58E29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3628">
            <a:off x="4792557" y="989251"/>
            <a:ext cx="1697957" cy="169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F8F0999-55A5-4DEA-88CA-847175746FB7}"/>
              </a:ext>
            </a:extLst>
          </p:cNvPr>
          <p:cNvSpPr/>
          <p:nvPr/>
        </p:nvSpPr>
        <p:spPr>
          <a:xfrm>
            <a:off x="6684322" y="678176"/>
            <a:ext cx="4546833" cy="2114026"/>
          </a:xfrm>
          <a:prstGeom prst="roundRect">
            <a:avLst>
              <a:gd name="adj" fmla="val 36111"/>
            </a:avLst>
          </a:prstGeom>
          <a:solidFill>
            <a:srgbClr val="595758"/>
          </a:solidFill>
          <a:ln>
            <a:solidFill>
              <a:srgbClr val="595758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i="1" dirty="0">
                <a:solidFill>
                  <a:srgbClr val="AAAAAA"/>
                </a:solidFill>
                <a:effectLst/>
                <a:latin typeface="Biome Light" panose="020B0303030204020804" pitchFamily="34" charset="0"/>
                <a:cs typeface="Biome Light" panose="020B0303030204020804" pitchFamily="34" charset="0"/>
              </a:rPr>
              <a:t>Бот рандомно выбирает песню и показывает её аккорды</a:t>
            </a:r>
            <a:endParaRPr lang="ru-RU" sz="2000" b="1" i="1" dirty="0">
              <a:solidFill>
                <a:srgbClr val="AAAAAA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43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DF65A1-BDA1-4447-B94D-FA13A8664B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1" t="11087" r="12667" b="7508"/>
          <a:stretch/>
        </p:blipFill>
        <p:spPr>
          <a:xfrm>
            <a:off x="51916" y="1447303"/>
            <a:ext cx="5405608" cy="4294866"/>
          </a:xfrm>
          <a:prstGeom prst="rect">
            <a:avLst/>
          </a:prstGeom>
        </p:spPr>
      </p:pic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4CA05F90-5CCF-4E86-ADAC-9B9838351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3628">
            <a:off x="4811807" y="1585704"/>
            <a:ext cx="1697957" cy="169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EAD0C6B-215B-43E7-B400-7DC06C02DE74}"/>
              </a:ext>
            </a:extLst>
          </p:cNvPr>
          <p:cNvSpPr/>
          <p:nvPr/>
        </p:nvSpPr>
        <p:spPr>
          <a:xfrm>
            <a:off x="6652470" y="1021514"/>
            <a:ext cx="4546833" cy="2114026"/>
          </a:xfrm>
          <a:prstGeom prst="roundRect">
            <a:avLst>
              <a:gd name="adj" fmla="val 36111"/>
            </a:avLst>
          </a:prstGeom>
          <a:solidFill>
            <a:srgbClr val="595758"/>
          </a:solidFill>
          <a:ln>
            <a:solidFill>
              <a:srgbClr val="595758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i="1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Показывает сохранённые песни, позволяет найти или удалить их</a:t>
            </a:r>
          </a:p>
        </p:txBody>
      </p:sp>
    </p:spTree>
    <p:extLst>
      <p:ext uri="{BB962C8B-B14F-4D97-AF65-F5344CB8AC3E}">
        <p14:creationId xmlns:p14="http://schemas.microsoft.com/office/powerpoint/2010/main" val="83509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E927B0-6F1A-4DB7-BC0E-7C77F57986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1" t="11087" r="12667" b="7508"/>
          <a:stretch/>
        </p:blipFill>
        <p:spPr>
          <a:xfrm>
            <a:off x="51916" y="1447303"/>
            <a:ext cx="5405608" cy="4294866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1C0B065-5BCE-42E8-8B0A-0E73E8BF8E94}"/>
              </a:ext>
            </a:extLst>
          </p:cNvPr>
          <p:cNvSpPr/>
          <p:nvPr/>
        </p:nvSpPr>
        <p:spPr>
          <a:xfrm>
            <a:off x="6550098" y="1695283"/>
            <a:ext cx="4546833" cy="2114026"/>
          </a:xfrm>
          <a:prstGeom prst="roundRect">
            <a:avLst>
              <a:gd name="adj" fmla="val 36111"/>
            </a:avLst>
          </a:prstGeom>
          <a:solidFill>
            <a:srgbClr val="595758"/>
          </a:solidFill>
          <a:ln>
            <a:solidFill>
              <a:srgbClr val="595758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i="1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Краткая шпаргалка по командам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C09B0C12-5EA5-46A5-8571-0E655238C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3628">
            <a:off x="4725445" y="2171058"/>
            <a:ext cx="1697957" cy="169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65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E255C5DC-4623-46A8-8BE6-12F35F751591}"/>
              </a:ext>
            </a:extLst>
          </p:cNvPr>
          <p:cNvSpPr/>
          <p:nvPr/>
        </p:nvSpPr>
        <p:spPr>
          <a:xfrm>
            <a:off x="6575468" y="2215047"/>
            <a:ext cx="4546833" cy="2114026"/>
          </a:xfrm>
          <a:prstGeom prst="roundRect">
            <a:avLst>
              <a:gd name="adj" fmla="val 36111"/>
            </a:avLst>
          </a:prstGeom>
          <a:solidFill>
            <a:srgbClr val="595758"/>
          </a:solidFill>
          <a:ln>
            <a:solidFill>
              <a:srgbClr val="595758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i="1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Гитарный словарь для новичков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FFE693-5DED-4CA2-8771-E8A797CFB0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1" t="11087" r="12667" b="7508"/>
          <a:stretch/>
        </p:blipFill>
        <p:spPr>
          <a:xfrm>
            <a:off x="51916" y="1447303"/>
            <a:ext cx="5405608" cy="4294866"/>
          </a:xfrm>
          <a:prstGeom prst="rect">
            <a:avLst/>
          </a:prstGeom>
        </p:spPr>
      </p:pic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B69427D3-90A2-4458-82F6-D2F684F9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3628">
            <a:off x="4725446" y="2825576"/>
            <a:ext cx="1697957" cy="169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29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8BB128F-A35F-457C-BA61-2DD1BF40AA1A}"/>
              </a:ext>
            </a:extLst>
          </p:cNvPr>
          <p:cNvSpPr/>
          <p:nvPr/>
        </p:nvSpPr>
        <p:spPr>
          <a:xfrm>
            <a:off x="6344462" y="2792562"/>
            <a:ext cx="4546833" cy="2114026"/>
          </a:xfrm>
          <a:prstGeom prst="roundRect">
            <a:avLst>
              <a:gd name="adj" fmla="val 36111"/>
            </a:avLst>
          </a:prstGeom>
          <a:solidFill>
            <a:srgbClr val="595758"/>
          </a:solidFill>
          <a:ln>
            <a:solidFill>
              <a:srgbClr val="595758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i="1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Объясняет команду </a:t>
            </a:r>
            <a:r>
              <a:rPr lang="en-US" sz="2000" b="1" i="1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/chord </a:t>
            </a:r>
            <a:r>
              <a:rPr lang="ru-RU" sz="2000" b="1" i="1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и как смотреть картинки аккордов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4A8745-0C8E-4D5A-89B2-46C9145611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1" t="11087" r="12667" b="7508"/>
          <a:stretch/>
        </p:blipFill>
        <p:spPr>
          <a:xfrm>
            <a:off x="51916" y="1447303"/>
            <a:ext cx="5405608" cy="4294866"/>
          </a:xfrm>
          <a:prstGeom prst="rect">
            <a:avLst/>
          </a:prstGeom>
        </p:spPr>
      </p:pic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4487A63C-CAC2-43EE-B806-90BBAE413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3628">
            <a:off x="4608545" y="3401666"/>
            <a:ext cx="1697957" cy="169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004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78F39ABA-0203-4E45-963C-5BAF187E7B15}"/>
              </a:ext>
            </a:extLst>
          </p:cNvPr>
          <p:cNvSpPr/>
          <p:nvPr/>
        </p:nvSpPr>
        <p:spPr>
          <a:xfrm>
            <a:off x="6541973" y="3254575"/>
            <a:ext cx="4546833" cy="2114026"/>
          </a:xfrm>
          <a:prstGeom prst="roundRect">
            <a:avLst>
              <a:gd name="adj" fmla="val 36111"/>
            </a:avLst>
          </a:prstGeom>
          <a:solidFill>
            <a:srgbClr val="595758"/>
          </a:solidFill>
          <a:ln>
            <a:solidFill>
              <a:srgbClr val="595758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i="1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Отправляет информацию о проекте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B1E7D8-EB15-4DA5-9DE5-51F296EE3A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1" t="11087" r="12667" b="7508"/>
          <a:stretch/>
        </p:blipFill>
        <p:spPr>
          <a:xfrm>
            <a:off x="51916" y="1447303"/>
            <a:ext cx="5405608" cy="4294866"/>
          </a:xfrm>
          <a:prstGeom prst="rect">
            <a:avLst/>
          </a:prstGeom>
        </p:spPr>
      </p:pic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A57A8731-B7D3-4C8B-987C-A50DBC6F8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3628">
            <a:off x="4608543" y="4076860"/>
            <a:ext cx="1697957" cy="169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09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21315"/>
            </a:gs>
            <a:gs pos="100000">
              <a:srgbClr val="16171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AE7F48-8299-406B-9F64-ADFCB1ABC3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23" t="29755" r="26105" b="8491"/>
          <a:stretch/>
        </p:blipFill>
        <p:spPr>
          <a:xfrm>
            <a:off x="356133" y="956510"/>
            <a:ext cx="5207213" cy="49449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1C18D5-815C-4C7E-A3B3-72E03AA26942}"/>
              </a:ext>
            </a:extLst>
          </p:cNvPr>
          <p:cNvSpPr txBox="1"/>
          <p:nvPr/>
        </p:nvSpPr>
        <p:spPr>
          <a:xfrm>
            <a:off x="6400800" y="1087655"/>
            <a:ext cx="448537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При нажатии на кнопку бот отправляет анимированный кубик 🎲. После этого бот выбирает случайную песню из заранее составленного списка RANDOM_SONGS, ищет её аккорды на AmDm.ru и присылает пользователю вместе с гифкой и советом по бою.</a:t>
            </a:r>
          </a:p>
          <a:p>
            <a:endParaRPr lang="ru-RU" sz="2000" dirty="0">
              <a:solidFill>
                <a:srgbClr val="AAAAAA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r>
              <a:rPr lang="ru-RU" sz="20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Случайная песня - функция для тех, кто не может определиться с выбором.</a:t>
            </a:r>
          </a:p>
        </p:txBody>
      </p:sp>
    </p:spTree>
    <p:extLst>
      <p:ext uri="{BB962C8B-B14F-4D97-AF65-F5344CB8AC3E}">
        <p14:creationId xmlns:p14="http://schemas.microsoft.com/office/powerpoint/2010/main" val="131914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130">
              <a:srgbClr val="16171B"/>
            </a:gs>
            <a:gs pos="91000">
              <a:srgbClr val="16171B"/>
            </a:gs>
            <a:gs pos="65000">
              <a:srgbClr val="16171B"/>
            </a:gs>
            <a:gs pos="53000">
              <a:srgbClr val="131517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8C4CD0-18AA-453A-AEAD-E1E768B2EF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8" t="20913" r="13509" b="20281"/>
          <a:stretch/>
        </p:blipFill>
        <p:spPr>
          <a:xfrm>
            <a:off x="253466" y="1412507"/>
            <a:ext cx="6686349" cy="4032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E78B52-E44D-41F1-8830-F83CEE8BD249}"/>
              </a:ext>
            </a:extLst>
          </p:cNvPr>
          <p:cNvSpPr txBox="1"/>
          <p:nvPr/>
        </p:nvSpPr>
        <p:spPr>
          <a:xfrm>
            <a:off x="7141945" y="1536173"/>
            <a:ext cx="46971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Пользователь может сохранять понравившиеся песни, нажав на сердечко ❤️ под аккордами. Все сохранённые песни собираются в личном списке избранного, который хранится локально в JSON-файле. При нажатии на кнопку «Избранное» бот показывает список песен. Пользователь может либо найти аккорды по любой из них, либо удалить песню из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95040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rgbClr val="121315"/>
            </a:gs>
            <a:gs pos="72000">
              <a:srgbClr val="16171B"/>
            </a:gs>
            <a:gs pos="83000">
              <a:srgbClr val="16171B"/>
            </a:gs>
            <a:gs pos="68000">
              <a:srgbClr val="131517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349357-81E1-421E-BED0-39A467CBB0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19703" r="11706" b="23305"/>
          <a:stretch/>
        </p:blipFill>
        <p:spPr>
          <a:xfrm>
            <a:off x="317633" y="2079054"/>
            <a:ext cx="7119401" cy="40233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BDBC44-BB60-4483-8DFC-88AD2266B36A}"/>
              </a:ext>
            </a:extLst>
          </p:cNvPr>
          <p:cNvSpPr txBox="1"/>
          <p:nvPr/>
        </p:nvSpPr>
        <p:spPr>
          <a:xfrm>
            <a:off x="6096000" y="404261"/>
            <a:ext cx="56596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AAAAAA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Пользователь пишет команду /chord и название аккорда, например /chord am. Бот ищет в папке chords_images/fingers/ картинку с соответствующим названием и отправляет её пользователю с подписью, где указано название аккорда. Это помогает новичкам визуально понять, как зажимать аккорд на грифе гитары.</a:t>
            </a:r>
          </a:p>
        </p:txBody>
      </p:sp>
    </p:spTree>
    <p:extLst>
      <p:ext uri="{BB962C8B-B14F-4D97-AF65-F5344CB8AC3E}">
        <p14:creationId xmlns:p14="http://schemas.microsoft.com/office/powerpoint/2010/main" val="40800371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369</Words>
  <Application>Microsoft Office PowerPoint</Application>
  <PresentationFormat>Широкоэкранный</PresentationFormat>
  <Paragraphs>40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Biome Light</vt:lpstr>
      <vt:lpstr>Calibri</vt:lpstr>
      <vt:lpstr>Calibri Light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Dina Anis</dc:creator>
  <cp:lastModifiedBy>Dina Anis</cp:lastModifiedBy>
  <cp:revision>2</cp:revision>
  <dcterms:created xsi:type="dcterms:W3CDTF">2026-06-09T17:32:25Z</dcterms:created>
  <dcterms:modified xsi:type="dcterms:W3CDTF">2026-06-17T11:05:31Z</dcterms:modified>
</cp:coreProperties>
</file>